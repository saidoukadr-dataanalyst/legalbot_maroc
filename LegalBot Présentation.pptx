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299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5137" y="1539240"/>
            <a:ext cx="2493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LegalBot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57750" y="2377440"/>
            <a:ext cx="50285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Juridique avec Architecture GraphRAG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43852" y="2941320"/>
            <a:ext cx="625629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1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Équipe: Said Oukadr • Mahamat Saleh • Achraf Houcine • Aymane Aïtouhammou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475518" y="3444240"/>
            <a:ext cx="419284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UIR  •  Janvier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Pertinence faible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Similarité textuelle superficielle uniquement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 de contexte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 implicites entre articles non exploitées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synthèse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L'utilisateur reçoit une liste d'articles bruts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de traçabilité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Impossible de vérifier les sources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79"/>
            <a:ext cx="7924800" cy="1149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99360"/>
            <a:ext cx="7924800" cy="12496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11343"/>
            <a:ext cx="7924800" cy="113215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Proposée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470075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FAISS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002891"/>
            <a:ext cx="746150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vectorielle ultra-rapide (50-200ms)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80416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Neo4j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10596"/>
            <a:ext cx="746150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structurées (1 847 citations détectées)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41515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TinyLlama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76481"/>
            <a:ext cx="7461504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intelligente et traçable (1.1B params)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1 : Base Vectorielle FAISS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multilingual-e5-base (XLM-RoBERTa, 384M params, 768D embedding)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IVFFlat (50 clusters, 100x speedup, recherche approximative)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Encodage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 + Articles → Vecteurs numériques (similarité cosinus)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50-200ms/requête, Top-K articles, 12 Mo mémoire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3 948 articles marocains + 6 sources juridiques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2 : GraphRAG avec Neo4j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617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3 951 nœuds (3 948 Articles + 6 Sources) + 5 795 relations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structurées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APPARTIENT (Article→Source) + CITE (Article→Article, 1 847 liens détectés)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Enrichissement contextuel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Top-K FAISS (5 articles) → Expansion Neo4j (8 articles cités) = 13 articles total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Traverses 1-hop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10-50ms | Densité : 0.14 | Disque : 500 Mo | RAM index-free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citations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Regex "Article X" sur textes marocains (automatisée)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3 : TinyLlama-1.1B-Chat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Llama-2 (1.1B params, 22 couches, 12 heads, contexte 2K tokens)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Optimisations mémoire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float16 (4.4 Go → 2.2 Go) + Multi-Query Attention (47x cache reduction)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Max 500 tokens, temp=0.1 (déterministe), top_p=0.95 (nucleus sampling)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contexte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1 500 tokens prompt max (articles + instructions)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 Go RAM CPU, 8-15s par réponse, aucun GPU requis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&amp; Embedding : Cœur Sémantique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multilingual-e5-base (XLM-RoBERTa, 384M paramètres)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 + Articles → Vecteurs 768D (espace sémantique continu)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Transformer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couches d'attention, 12 têtes, contexte max 512 tokens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Multilingualité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 100 langues (arabe, français, anglais)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Similarité cosinus (0-1) mesure distance sémantique entre vecteurs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Vectorielle FAISS : Recherche Approx.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IVFFlat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clusters (Voronoi), recherche ultra-rapide 50-200ms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Quantification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Compression 768D → optimisation mémoire (12 Mo seulement)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Question → vecteur 768D → plus proche cluster IVF → Top-K articles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Vitesse (100x) vs précision (~95% recall pour K=5)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Top-K articles triés par score de similarité (ex: [0.85, 0.81, 0.78...])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: Enrichissement Contexte via Neo4j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FAISS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Recherche vectorielle ignore relations logiques entre articles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Neo4j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chaque article FAISS Top-K → récupère articles qu'il CITE (1-hop traversal)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contextuelle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articles FAISS → +8 articles cités → 13 articles total enrichis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exploitées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CITE (Article 62 → 150, 180, 200) + APPARTIENT (Article → Source)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Traverses 1-hop = 10-50ms (index-free adjacency Neo4j)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45923"/>
            <a:ext cx="3886200" cy="13563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48200" y="1645923"/>
            <a:ext cx="3886200" cy="13563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Mécanisme Contexte → TinyLlama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173482"/>
            <a:ext cx="808329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: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Limiter contexte à 1500 tokens max (TinyLlama contexte 2K tokens)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838200" y="1874523"/>
            <a:ext cx="34290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Compilation Contexte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38200" y="2164082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articles enrichis (Neo4j)</a:t>
            </a:r>
            <a:endParaRPr lang="en-US" sz="1020" dirty="0"/>
          </a:p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Sélection top articles par score</a:t>
            </a:r>
            <a:endParaRPr lang="en-US" sz="1020" dirty="0"/>
          </a:p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Troncature texte (300-400 chars/article)</a:t>
            </a:r>
            <a:endParaRPr lang="en-US" sz="1020" dirty="0"/>
          </a:p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Token count (BPE tokenizer)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876800" y="1874523"/>
            <a:ext cx="34290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Injection Prompt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876800" y="2164082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= Instruction[200] + Contexte[1000] + Question[100]</a:t>
            </a:r>
            <a:endParaRPr lang="en-US" sz="1020" dirty="0"/>
          </a:p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1300 tokens</a:t>
            </a:r>
            <a:endParaRPr lang="en-US" sz="1020" dirty="0"/>
          </a:p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 200 tokens output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Clés de Succès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Hybridation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FAISS (flexibilité sémantique) + Neo4j (structure logique) = contexte riche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géré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Limitation 1500 tokens → TinyLlama capable traiter sans hallucination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Tous les articles cités explicitement (score FAISS + source Neo4j)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sans GPU (16 Go RAM seulement, 10-20s par requête)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Futures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terme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Fine-tuning TinyLlama sur corpus juridique 50-100B tokens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Multilingualité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 du Darija marocain (fine-tune multilingual-e5)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Raisonnement multi-hop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Traverses Neo4j 2-3 hops pour cas complexes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 terme 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Intégration Ministère Justice, modèles domaine-spécifiques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757</Words>
  <Application>Microsoft Office PowerPoint</Application>
  <PresentationFormat>Affichage à l'écran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Said OUKADR</cp:lastModifiedBy>
  <cp:revision>5</cp:revision>
  <dcterms:created xsi:type="dcterms:W3CDTF">2026-01-13T00:23:26Z</dcterms:created>
  <dcterms:modified xsi:type="dcterms:W3CDTF">2026-01-13T14:49:23Z</dcterms:modified>
</cp:coreProperties>
</file>